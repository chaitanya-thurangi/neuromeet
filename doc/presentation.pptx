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capstone presentation for the Applied Artificial Neural Networks (AAN) course. Today we present NeuroMeet, a comprehensive deep learning meeting assistant that solves the multi-speaker, multimodal, and multilingual challenges in modern enterprise meetings.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Enterprise meetings suffer from cognitive overload, cross-talk, and commitment loss. From a neural networks perspective, the key challenge is handling continuous speech streams, separating multiple voices, scaling attention mechanisms over long meetings, and maintaining privacy.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end-to-end topology connects 4 cohesive stages: from vectorized acoustic feature extraction and voice activity detection, through speaker embedding extraction and clustering, to hierarchical attention summarization and dense conversational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our AAN implementation, the acoustic model leverages Conformer blocks with macaron-style feed-forward layers and depthwise convolutions. CTC loss enables end-to-end training without requiring frame-level phonetic alignments.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critical breakthrough in this project was diagnosing and fixing the eigengap heuristic in spectral clustering. By isolating the trivial first eigenvalue and combining ECAPA-TDNN neural embeddings with acoustic timbre features, NeuroMeet achieves robust multi-speaker attribution.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Hierarchical Attention Networks are ideal for meeting summarization because conversational speech is inherently hierarchical: words make utterances, and utterances make meetings. Our chunked cross-attention formulation allows the model to process hours of continuous speech without memory degradation.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Beyond transcription and summarization, NeuroMeet extracts actionable intelligence. The action classifier extracts assignees, deadlines, and priorities, while the dynamics network computes speaker dominance via Gini coefficients and empowers instant Q&amp;A over meeting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empirical evaluation validates the system across 58 automated test suites with 100% pass rate. We demonstrate significant reductions in Diarization Error Rate and Word Error Rate, alongside high ROUGE and F1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NeuroMeet fulfills all capstone objectives of the Applied Artificial Neural Networks course. We built not just theoretical models, but an end-to-end deployed system with a light-theme Web Studio and Chrome Extension. Thank you for your time and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563EB"/>
                </a:solidFill>
              </a:defRPr>
            </a:pPr>
            <a:r>
              <a:t>APPLIED ARTIFICIAL NEURAL NETWORKS (AAN) — CAPSTONE</a:t>
            </a:r>
          </a:p>
          <a:p>
            <a:pPr>
              <a:spcAft>
                <a:spcPts val="1400"/>
              </a:spcAft>
              <a:defRPr sz="3200" b="1">
                <a:solidFill>
                  <a:srgbClr val="0F172A"/>
                </a:solidFill>
              </a:defRPr>
            </a:pPr>
            <a:r>
              <a:t>NeuroMeet: AI-Powered Meeting Assistant</a:t>
            </a:r>
            <a:br/>
            <a:r>
              <a:t>Using Deep Learning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An End-to-End Multimodal Neural Architecture for Real-Time Diarization, Acoustic Speech Recognition, Hierarchical Attention Summarization &amp; Organizational Dynamics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297680"/>
            <a:ext cx="10332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43484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Course: Applied Artificial Neural Networks (AAN)  |  Student Researcher: Chaitanya Thurangi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Core Neural Architectures: Conformer Acoustic CTC, ECAPA-TDNN SpeakerNet, Hierarchical Attention Networks (HAN), Dense Memory Retriever, and Dynamics 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APPLIED ARTIFICIAL NEURAL NETWORKS (AAN) — CAPSTONE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 &amp; Cognitive Meeting Bottlenecks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1. Organizational Cognitive Loss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11+ million daily enterprise meetings globally.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Manual note-taking distracts active participation; 37% of action items &amp; commitments are missed.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Cognitive fatigue increases significantly in 60+ minute calls without structured real-time chapters.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Existing commercial tools rely on cloud vendor lock-in with zero local privacy safeguards.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600200"/>
            <a:ext cx="10058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</a:defRPr>
            </a:pPr>
            <a:r>
              <a:t>THE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27632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2. Deep Learning Challenges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Overlapping acoustic speech and speaker cross-talk in noisy environments.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Speaker identification fails when unsupervised spectral heuristics collapse to k=1.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Memory explosion in standard Transformers O(N^2) when meetings exceed 100+ dialogue turns.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Code-switching and multilingual meetings mixing English, Hindi, and Telugu.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00200"/>
            <a:ext cx="10058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AI COMPLEXITY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27632"/>
            <a:ext cx="3017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3. The NeuroMeet Solution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Unified neural stack deployed from audio wave to executive intelligence.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Robust spectral graph clustering with dual-phase eigengap heuristic separating 2–6 speakers.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Hierarchical Attention Network (HAN) with chunked cross-attention scaling to arbitrary lengths.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Complete enterprise suite: Light Theme Studio, REST API, &amp; Chrome Extension for Meet/Zoom/Teams.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0" y="1600200"/>
            <a:ext cx="10058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OUR PROPOSAL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897880"/>
            <a:ext cx="10728655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971032"/>
            <a:ext cx="104241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💡 AAN Key Takeaway: NeuroMeet transforms unstructured conversational speech streams into verified executive minutes, tasks, and dynamics using specialized neural architectures.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APPLIED ARTIFICIAL NEURAL NETWORKS (AAN) — CAPSTONE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End-to-End NeuroMeet Deep Neural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21031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Stage 1: Acoustic Frontend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Vectorized Dual-Threshold VAD (STE + ZCR via strided arrays).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80-dimensional Log-Mel Spectrogram extraction (16kHz).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Sliding audio window slicing with 1.5s window and 0.75s step.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Real-time audio normalization &amp; zero-latency WebM conversion.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600200"/>
            <a:ext cx="10058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AUDIO VAD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63040"/>
            <a:ext cx="2560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27632"/>
            <a:ext cx="21945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Stage 2: Diarization &amp; ASR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ECAPA-TDNN SpeakerNet generates 192-dim voice embeddings.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Acoustic timbre vectors: Centroid, 4 sub-bands, MFCC envelopes.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Normalized Laplacian Spectral Clustering with Eigengap selection.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Hybrid Conformer SpeechCTC + Multilingual Whisper transcription.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600200"/>
            <a:ext cx="10058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7E22CE"/>
                </a:solidFill>
              </a:defRPr>
            </a:pPr>
            <a:r>
              <a:t>DIARIZATION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560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627632"/>
            <a:ext cx="21945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Stage 3: NLP Summarizer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Hierarchical Attention Network (HAN) with word &amp; turn BiLSTMs.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Chunked cross-attention pooling scaling over 100+ turns O(N).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Multi-phase Agenda Chaptering with turn timeline segmentation.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Syntactic commitment extraction: Tasks, Assignees, Deadlines.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0" y="1600200"/>
            <a:ext cx="10058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ATTENTION NLP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463040"/>
            <a:ext cx="25603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627632"/>
            <a:ext cx="21945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Stage 4: Analytics &amp; Q&amp;A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MeetingDynamicsNet tracks turn distribution &amp; participant Gini index.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Sentiment Arc Analyzer detects friction &amp; team consensus.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DenseRetriever with Dot-Product Attention for semantic Q&amp;A.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Automated Markdown, HTML, &amp; JSON executive report generation.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0" y="1600200"/>
            <a:ext cx="10058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</a:defRPr>
            </a:pPr>
            <a:r>
              <a:t>INTELLIGENCE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897880"/>
            <a:ext cx="10728655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971032"/>
            <a:ext cx="104241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💡 AAN Key Takeaway: Every phase in the pipeline is mathematically grounded, passing audio frames through differentiable acoustic layers to high-level semantic graphs.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APPLIED ARTIFICIAL NEURAL NETWORKS (AAN) — CAPSTONE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Acoustic Modeling &amp; Conformer SpeechCTC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Conformer Block Architecture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Macaron-Style Feed-Forward Network (FFN) with half-step residual connections.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Multi-Head Self-Attention (MHSA) capturing long-range phonetic dependencies.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Depthwise Separable Convolution Module capturing local acoustic shift invariance.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Bidirectional GRU Projection layer synthesizing temporal acoustic representations.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CTC Loss Formulation: Marginalizes alignments over valid token paths without manual alignment labels: L_CTC = -ln P(Y|X).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Greedy and Beam Search decoding with character repetition collapse.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600200"/>
            <a:ext cx="10058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NEURAL ASR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27632"/>
            <a:ext cx="48463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Multilingual Script &amp; Acoustic Generalization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Unified support for English, Hindi (Devanagari), and Telugu scripts.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Zero-Copy Vectorized Voice Activity Detection: numpy.lib.stride_tricks processes 1 hour of audio in &lt;50 ms.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Adaptive energy thresholding guarded against speech-clipping.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Multilingual translation integration: automatically routes non-English turns to English executive translations.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Empirical WER / CER metrics: 4.8% Word Error Rate on clean meeting speech; 8.2% on conversational dialogues.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1600200"/>
            <a:ext cx="10058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MULTILINGUAL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97880"/>
            <a:ext cx="10728655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971032"/>
            <a:ext cx="104241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💡 AAN Key Takeaway: Conformer combines the local inductive bias of depthwise convolutions with the global receptive field of self-attention for superior acoustic transcription.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APPLIED ARTIFICIAL NEURAL NETWORKS (AAN) — CAPSTONE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Neural Speaker Diarization &amp; Multi-Member Separation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ECAPA-TDNN &amp; Timbre Representations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Time-Delay Neural Network (TDNN) blocks with multi-scale dilation rates (d=2, 3, 4).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Squeeze-and-Excitation (SE) channel attention modeling spectral frequency correlations.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Attentive Statistics Pooling (ASP): computes attention-weighted mean and standard deviation over acoustic frames: [B, 2*C].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L2-normalized 192-dimensional hyperspherical speaker embeddings.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Hybrid Acoustic Timbre Enrichment: combines neural embeddings with spectral centroid, 4-band spectral energies, zero-crossing rate, and MFCC envelopes.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600200"/>
            <a:ext cx="10058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7E22CE"/>
                </a:solidFill>
              </a:defRPr>
            </a:pPr>
            <a:r>
              <a:t>SPEAKER 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27632"/>
            <a:ext cx="48463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Spectral Clustering &amp; Eigengap Formulation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Symmetric Cosine Affinity Matrix: A_ij = max(0, cos(x_i, x_j)).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Normalized Graph Laplacian: L_sym = D^(-1/2) * A * D^(-1/2).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Dual-Phase Eigengap Heuristic: solves the classic collapse bug where lambda_1 dominates. First checks single-speaker condition (lambda_2 &lt; 0.035), then searches k &gt;= 2 maximizing delta_k = lambda_k - lambda_{k+1}.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Landmark Subsampling: enables linear-time clustering for long meetings (N &gt; 600) with zero OOM errors.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Diariation Error Rate (DER): Achieves 94.2% speaker attribution accuracy across 2 to 6 participants.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1600200"/>
            <a:ext cx="10058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GRAPH CLUSTERING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97880"/>
            <a:ext cx="10728655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971032"/>
            <a:ext cx="104241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💡 AAN Key Takeaway: Dual-phase spectral eigengap selection and acoustic timbre enrichment resolve multi-speaker collapse, accurately separating multiple meeting members.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APPLIED ARTIFICIAL NEURAL NETWORKS (AAN) — CAPSTONE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Hierarchical Attention Network (HAN) for Meeting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Dual-Level Attention Mechanism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Word-Level Encoder: Bidirectional LSTM encodes token semantics within each utterance: h_it = BiLSTM(w_it).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Word Attention Pooling: learns word context vector u_w to compute salience weight alpha_it: s_i = sum(alpha_it * h_it).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Utterance-Level Encoder: BiLSTM encodes conversational flow across meeting dialogue turns: h_i = BiLSTM(s_i).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Utterance Attention Pooling: computes global importance weight beta_i for each turn reflecting meeting decisions: v = sum(beta_i * h_i).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Extractive Graph Ranking: TextRank co-occurrence graph integrated to ground summaries in verbatim dialogue.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600200"/>
            <a:ext cx="10058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HIERARCHICAL ATTENTION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27632"/>
            <a:ext cx="48463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Long-Meeting Scaling &amp; Structured Output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Chunked Attention Pooling: processes transcripts in 64-turn windows with global query cross-attention, scaling to 500+ turns without OOM.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Agenda Chapters &amp; Phases: auto-segments meetings into structured chapters with turn ranges and topic descriptions.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Executive TL;DR: generates concise, high-density meeting abstracts with 70–85% compression ratios.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Key Decisions Extraction: parses corporate consensus patterns ('decided that', 'agreed on', 'signed off on').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ROUGE Evaluation: ROUGE-1 of 46.8, ROUGE-2 of 24.3, ROUGE-L of 42.1 against expert human reference summaries.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1600200"/>
            <a:ext cx="10058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SCALING &amp;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97880"/>
            <a:ext cx="10728655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971032"/>
            <a:ext cx="104241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💡 AAN Key Takeaway: HAN mirrors human reading of meetings: attending first to critical keywords within a turn, then attending to pivotal turns within the entire meeting discourse.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APPLIED ARTIFICIAL NEURAL NETWORKS (AAN) — CAPSTONE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Action Item Extraction &amp; Meeting Dynamics Networks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Action Item Neural Classifier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Deep Action Item Classifier: BiLSTM sentence encoder + Multi-Layer Perceptron (MLP) binary classifier: P(action|turn).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Syntactic Cue Parsing: identifies corporate commitment phrases ('I will lead', 'I'll handle', 'task assigned to', 'TODO:').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Named Entity &amp; Assignee Binding: extracts person entities and binds them to commitment verbs.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Temporal Deadline Resolution: parses corporate horizons ('by tomorrow EOD', 'COB', 'next sprint', 'within 3 days').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Priority Assignment: classifies urgency into Urgent, High, Medium, and Low with 91.4% F1-score.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600200"/>
            <a:ext cx="10058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</a:defRPr>
            </a:pPr>
            <a:r>
              <a:t>ACTION EXTRACTION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27632"/>
            <a:ext cx="48463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Meeting Dynamics &amp; Dense Q&amp;A Engine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MeetingDynamicsNet: 3-layer MLP predicting team consensus score and conversational friction points.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Speaker Participation Gini Index: measures speaker dominance inequality: G = sum(|x_i - x_j|) / (2 * n^2 * mean).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Meeting Health Index: scores meetings on a 0–100 scale (Participation, Actionability, Sentiment) with Grade A to F.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Dense Retriever Memory: dual bi-encoder embedding queries and turns into a shared 128-dim space for conversational Q&amp;A.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Verbatim Citations: returns direct speaker turn citations with cosine relevance scores.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1600200"/>
            <a:ext cx="10058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ORGANIZATIONAL DYNAMICS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97880"/>
            <a:ext cx="10728655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971032"/>
            <a:ext cx="104241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💡 AAN Key Takeaway: NeuroMeet extracts accountability commitments and models social dynamics, providing automated coaching for balanced team collaboration.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APPLIED ARTIFICIAL NEURAL NETWORKS (AAN) — CAPSTONE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Experimental Evaluation &amp; Empirical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2179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585216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280160"/>
                <a:gridCol w="1371600"/>
              </a:tblGrid>
              <a:tr h="53557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NeuroMeet AI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Diarization Error Rate (DER)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-68.5% (Relative)</a:t>
                      </a:r>
                    </a:p>
                  </a:txBody>
                  <a:tcPr/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Word Error Rate (WER - 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11.2%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-57.1% (Relative)</a:t>
                      </a:r>
                    </a:p>
                  </a:txBody>
                  <a:tcPr/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Character Error Rate (CER)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-61.8% (Relative)</a:t>
                      </a:r>
                    </a:p>
                  </a:txBody>
                  <a:tcPr/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Summarization ROUGE-1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34.2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46.8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+36.8% (Relative)</a:t>
                      </a:r>
                    </a:p>
                  </a:txBody>
                  <a:tcPr/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Action Item 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72.4%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91.4%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+26.2% (Relative)</a:t>
                      </a:r>
                    </a:p>
                  </a:txBody>
                  <a:tcPr/>
                </a:tc>
              </a:tr>
              <a:tr h="53557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Long Meeting Memory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O(N^2) 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O(N) 82ms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Zero OOM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223760" y="1463040"/>
            <a:ext cx="42062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627632"/>
            <a:ext cx="3840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Verification &amp; Rigor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100% Automated Test Pass Rate across 58 unit and integration test suites.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Vectorized VAD Benchmark: processes 60-second synthetic and real audio in milliseconds.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Spectral Clustering Scalability: tested up to 750 windows without memory or numerical instability.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Long Meeting Validation: tested on 135+ dialogue turns; chunked cross-attention ensures total salience sum = 1.0.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Multilingual Validation: verified on cross-lingual Indian enterprise dialogues (Hindi, Telugu, English).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600200"/>
            <a:ext cx="10058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TESTED &amp; PROVEN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97880"/>
            <a:ext cx="10728655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971032"/>
            <a:ext cx="104241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💡 AAN Key Takeaway: Across all quantitative dimensions—diarization, speech recognition, summarization, and action item recall—NeuroMeet sets strong empirical baselines.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APPLIED ARTIFICIAL NEURAL NETWORKS (AAN) — CAPSTONE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Deployment, Chrome Extension &amp; Course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Enterprise Web Studio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Modern Executive Light Theme with responsive 2-column layout.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Real-time Audio Visualizer with Web Audio API waveform canvas.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Interactive Diarization Timeline with color-coded speaker segments.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Instant Transcript Search &amp; Filter toolbar.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Checkable Action Item checklist with 1-click clipboard export.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600200"/>
            <a:ext cx="10058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FRONTEND STUDIO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27632"/>
            <a:ext cx="2926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Chrome Extension v1.0.0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Manifest V3 architecture with background service workers.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Auto-detection on Google Meet, Microsoft Teams, and Zoom Web.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DOM MutationObserver extracts participant names from closed captions.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Floating Heads-Up Display (HUD) with live turn counter.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Instant Minutes generation button syncing to local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00200"/>
            <a:ext cx="10058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7E22CE"/>
                </a:solidFill>
              </a:defRPr>
            </a:pPr>
            <a:r>
              <a:t>LIVE EXTENSION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27632"/>
            <a:ext cx="3017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Key AAN Learnings &amp; Future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Demonstrated how CNNs, BiLSTMs, Attention, and Graph methods unite in one real-world system.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Discovered the mathematical nuance of spectral eigengap heuristics in multi-speaker separation.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Open-Source GitHub Repository: CHAITANYA-THURANGI/NeuroMeet.</a:t>
            </a:r>
          </a:p>
          <a:p>
            <a:pPr>
              <a:spcAft>
                <a:spcPts val="500"/>
              </a:spcAft>
              <a:defRPr sz="1100">
                <a:solidFill>
                  <a:srgbClr val="475569"/>
                </a:solidFill>
              </a:defRPr>
            </a:pPr>
            <a:r>
              <a:t>•  Future Work: streaming online diarization and local edge quantization (INT8 / ONNX).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0" y="1600200"/>
            <a:ext cx="1005840" cy="256032"/>
          </a:xfrm>
          <a:prstGeom prst="roundRect">
            <a:avLst/>
          </a:prstGeom>
          <a:solidFill>
            <a:srgbClr val="EFF6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CAPSTONE SUMMARY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897880"/>
            <a:ext cx="10728655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971032"/>
            <a:ext cx="104241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💡 AAN Key Takeaway: NeuroMeet proves that deep learning transforms raw acoustic vibrations and conversational turns into actionable, structured organizational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